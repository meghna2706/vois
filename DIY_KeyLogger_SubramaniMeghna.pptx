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2" r:id="rId11"/>
    <p:sldId id="340" r:id="rId12"/>
    <p:sldId id="341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494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12/26/2025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Subramani Meghna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519" y="2783577"/>
            <a:ext cx="9285567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US" sz="3200" dirty="0"/>
              <a:t>Typing Behavior Tracker for Learning &amp; Self-Improvement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Many students and computer users type daily, but they do not know how they actually type — which keys they use often, which keys they press wrongly by mistake, or how consistent their typing is.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Due to this, they cannot improve their typing skills or fix bad typing habits.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1160331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0E32BE-E368-89AB-1676-D4FDAA6DD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2081744"/>
            <a:ext cx="9454162" cy="3607987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This project is a typing behavior tracking system that records the keys pressed by the user during typing practice. </a:t>
            </a:r>
          </a:p>
          <a:p>
            <a:r>
              <a:rPr lang="en-US" sz="2800" dirty="0"/>
              <a:t>The system stores the keystrokes in text and JSON format so that the user can later review their typing pattern.</a:t>
            </a:r>
          </a:p>
          <a:p>
            <a:r>
              <a:rPr lang="en-US" sz="2800" dirty="0"/>
              <a:t>The application runs only when the user clicks the start button and is intended for personal learning, typing practice, and keyboard usage analysis.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CE536EF-7DF9-98C4-8FD5-DBB6675351E5}"/>
              </a:ext>
            </a:extLst>
          </p:cNvPr>
          <p:cNvSpPr txBox="1">
            <a:spLocks/>
          </p:cNvSpPr>
          <p:nvPr/>
        </p:nvSpPr>
        <p:spPr>
          <a:xfrm>
            <a:off x="721359" y="2044700"/>
            <a:ext cx="9454162" cy="3607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This project is a typing behavior tracking system that</a:t>
            </a:r>
          </a:p>
          <a:p>
            <a:r>
              <a:rPr lang="en-IN" sz="2800" dirty="0"/>
              <a:t>Students</a:t>
            </a:r>
          </a:p>
          <a:p>
            <a:r>
              <a:rPr lang="en-IN" sz="2800" dirty="0"/>
              <a:t>Beginners</a:t>
            </a:r>
          </a:p>
          <a:p>
            <a:r>
              <a:rPr lang="en-IN" sz="2800" dirty="0"/>
              <a:t>Programmers</a:t>
            </a:r>
          </a:p>
          <a:p>
            <a:r>
              <a:rPr lang="en-IN" sz="2800" dirty="0"/>
              <a:t>People preparing for typing test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5241FF6-E35F-53CB-4F3B-47C8E939DE18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914400" y="1951672"/>
            <a:ext cx="577000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(GUI)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(keyboard events)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(structured logs)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file (simple logs)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B57C13-87C4-5ED6-A3E5-45B65AF83F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953"/>
          <a:stretch>
            <a:fillRect/>
          </a:stretch>
        </p:blipFill>
        <p:spPr>
          <a:xfrm>
            <a:off x="675957" y="1275371"/>
            <a:ext cx="4424961" cy="52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950D-767F-5B3C-439D-2DA927D1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Continuation of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3E40CF-7BE0-FAA3-A986-CD0AAFBF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525C51-AC52-5EC2-BB82-C79A7CD56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28" y="1960308"/>
            <a:ext cx="8669873" cy="247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5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2D429D-2D7C-7C67-D5AC-EA52D717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8F513A-D495-2194-F965-7BB420657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12" y="225456"/>
            <a:ext cx="10456728" cy="618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157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2044F-5800-A6A5-2AF2-FA288A189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51C685-34B2-5FDC-06F5-DFAE0DB30A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30629" b="71833"/>
          <a:stretch>
            <a:fillRect/>
          </a:stretch>
        </p:blipFill>
        <p:spPr>
          <a:xfrm>
            <a:off x="352023" y="183475"/>
            <a:ext cx="8130987" cy="9412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010B6B-90BB-60AA-620B-08EB57920E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417"/>
          <a:stretch>
            <a:fillRect/>
          </a:stretch>
        </p:blipFill>
        <p:spPr>
          <a:xfrm>
            <a:off x="352023" y="1399984"/>
            <a:ext cx="11604494" cy="1464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9F5142-3673-5B66-1A84-314DD0256E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563"/>
          <a:stretch>
            <a:fillRect/>
          </a:stretch>
        </p:blipFill>
        <p:spPr>
          <a:xfrm>
            <a:off x="293752" y="3139668"/>
            <a:ext cx="11721035" cy="282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2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590</TotalTime>
  <Words>197</Words>
  <Application>Microsoft Office PowerPoint</Application>
  <PresentationFormat>Widescreen</PresentationFormat>
  <Paragraphs>30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Wingdings</vt:lpstr>
      <vt:lpstr>Wingdings 3</vt:lpstr>
      <vt:lpstr>Facet</vt:lpstr>
      <vt:lpstr>Project Title - Typing Behavior Tracker for Learning &amp; Self-Improvement</vt:lpstr>
      <vt:lpstr>PROBLEM  STATEMENT</vt:lpstr>
      <vt:lpstr>Project Description </vt:lpstr>
      <vt:lpstr>WHO ARE THE END USERS?</vt:lpstr>
      <vt:lpstr>Technology Used</vt:lpstr>
      <vt:lpstr>RESULTS </vt:lpstr>
      <vt:lpstr>Continuation of code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Meghna Subramani</cp:lastModifiedBy>
  <cp:revision>74</cp:revision>
  <dcterms:created xsi:type="dcterms:W3CDTF">2021-07-11T13:13:15Z</dcterms:created>
  <dcterms:modified xsi:type="dcterms:W3CDTF">2025-12-25T19:47:08Z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